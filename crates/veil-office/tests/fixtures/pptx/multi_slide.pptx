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Slide 1: Introduction - Email: intro@example.com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Slide 2: Main Content - Phone: 555-CALL-NOW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Slide 3: Contact Info - SSN: 111-22-3333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Slide 4: Conclusion - Thanks!</a:t>
            </a:r>
          </a:p>
        </p:txBody>
      </p:sp>
    </p:spTree>
  </p:cSld>
</p:sld>
</file>